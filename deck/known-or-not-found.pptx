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rjlgross/known-or-not-found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known-or-not-found: literature triage for a DE gene list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induced genes are already established in the literature, and which weren't found?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CCEDE8"/>
          </a:solidFill>
          <a:ln w="12700">
            <a:solidFill>
              <a:srgbClr val="CCE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genes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rnaseq-de (pydeseq2)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50: padj &lt; 1e-10,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log2FC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29260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423160" y="192024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CCEDE8"/>
          </a:solidFill>
          <a:ln w="12700">
            <a:solidFill>
              <a:srgbClr val="CCE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0574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query per gene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 (name) LPS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macrophage", top 25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96512" y="29260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297680" y="192024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CCEDE8"/>
          </a:solidFill>
          <a:ln w="12700">
            <a:solidFill>
              <a:srgbClr val="CCE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0574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 first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 papers logged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judging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71032" y="29260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72200" y="192024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CCEDE8"/>
          </a:solidFill>
          <a:ln w="12700">
            <a:solidFill>
              <a:srgbClr val="CCED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data? this gene?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/ bacteria vs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control? + quotes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845552" y="29260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8046720" y="192024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CCEDE8"/>
          </a:solidFill>
          <a:ln w="12700">
            <a:solidFill>
              <a:srgbClr val="CCE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20574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838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checks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names the gene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look-alikes)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LPS/infection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720072" y="29260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921240" y="192024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0" y="20574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established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limited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not found in top 25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 is derived by script from a per-paper ledger. </a:t>
            </a:r>
            <a:pPr indent="0" marL="0">
              <a:buNone/>
            </a:pPr>
            <a:r>
              <a:rPr lang="en-US" sz="15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search is an error, never zero. "Not found" means not in the top 25 results for this query on this date — never "novel".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human grading audits the judge; bins are provisional until it finishes.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50 LPS-induced genes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GSE250273 · mouse BMDM · LPS 4 h vs. time-matched control · 3 vs. 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91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qualifying papers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154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Edn1  ·  Nos2  ·  Il6  ·  Il1b  ·  Il1a  ·  Saa3  ·  Cxcl10  ·  Acod1*  ·  Gbp5*  ·  Il12b  ·  Serpinb2  ·  Cd69*  ·  Ptgs2  ·  Serpina3g  ·  Socs3  ·  Adamts4*  ·  Ptx3  ·  Ccl5*  ·  Slamf1  ·  Ptges  ·  Il27  ·  Cxcl9  ·  Cxcl2  ·  Cxcl1  ·  Cxcl3  ·  Ccl17*  ·  Rasgrp1  ·  Gbp2  ·  Mmp13  ·  Ccl4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CCEDE8"/>
          </a:solidFill>
          <a:ln w="12700">
            <a:solidFill>
              <a:srgbClr val="CCED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7992" y="15544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5742432" y="1691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qualifying papers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606040"/>
            <a:ext cx="3154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Shisa3  ·  Tnfsf15  ·  Steap4  ·  Ifi205*  ·  Ccl12  ·  Rsad2  ·  Serpina3f  ·  Hdc  ·  Rnd1  ·  Tarm1  ·  Inhba  ·  Bcl2a1a*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10144" y="146304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E8ECEE"/>
          </a:solidFill>
          <a:ln w="12700">
            <a:solidFill>
              <a:srgbClr val="E8EC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38744" y="15544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473184" y="1691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in top 25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qualifying papers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38744" y="2606040"/>
            <a:ext cx="3154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Lipg  ·  Itgb8  ·  Col27a1*  ·  Trim30c  ·  Tmem200b  ·  Iigp1  ·  Gbp6  ·  Tnfsf4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</a:t>
            </a:r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graders agreed with the pipeline on every graded paper for that gene (partial blind grading, 30 papers so far). </a:t>
            </a:r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Disagreed on ≥1 paper: Ccl12, Ccl4, Gbp2. </a:t>
            </a:r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Yes-call precision so far ≈ 86% (19/22). Positive controls Nos2, Il6, Il1b, Cxcl10 all land in established.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the repo</a:t>
            </a:r>
            <a:endParaRPr lang="en-US" sz="4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20116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u="sng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github.com/drjlgross/</a:t>
            </a:r>
            <a:endParaRPr lang="en-US" sz="4000" dirty="0"/>
          </a:p>
          <a:p>
            <a:pPr indent="0" marL="0">
              <a:buNone/>
            </a:pPr>
            <a:r>
              <a:rPr lang="en-US" sz="4000" b="1" u="sng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known-or-not-found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per-paper ledger, chunk reports, blind grading sheet, and a ClawBio skill (literature-triage) with an offline --demo.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18120" y="1143000"/>
            <a:ext cx="38404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QR code linking to the reposi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known-or-not-found</dc:title>
  <dc:subject>PptxGenJS Presentation</dc:subject>
  <dc:creator>PptxGenJS</dc:creator>
  <cp:lastModifiedBy>PptxGenJS</cp:lastModifiedBy>
  <cp:revision>1</cp:revision>
  <dcterms:created xsi:type="dcterms:W3CDTF">2026-09-25T17:54:01Z</dcterms:created>
  <dcterms:modified xsi:type="dcterms:W3CDTF">2026-09-25T17:54:01Z</dcterms:modified>
</cp:coreProperties>
</file>